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46F33-D363-D5D9-C949-E5E0E35BA333}" v="62" dt="2025-04-04T13:35:14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4.4.2025.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242164" y="4311846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z="5400" dirty="0"/>
              <a:t>Galerija</a:t>
            </a:r>
          </a:p>
        </p:txBody>
      </p:sp>
      <p:pic>
        <p:nvPicPr>
          <p:cNvPr id="4" name="Slika 3" descr="Slika na kojoj se prikazuje tekst, Font, logotip, grafika&#10;&#10;Sadržaj koji je generirala umjetna inteligencija možda nije točan.">
            <a:extLst>
              <a:ext uri="{FF2B5EF4-FFF2-40B4-BE49-F238E27FC236}">
                <a16:creationId xmlns:a16="http://schemas.microsoft.com/office/drawing/2014/main" id="{A7001216-DED6-8255-84FD-9A63EC1B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090" y="240082"/>
            <a:ext cx="6797875" cy="365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56FB3A3-2E68-822B-ED30-8EFD248F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678" y="365125"/>
            <a:ext cx="6799546" cy="5469590"/>
          </a:xfrm>
        </p:spPr>
        <p:txBody>
          <a:bodyPr/>
          <a:lstStyle/>
          <a:p>
            <a:r>
              <a:rPr lang="hr-HR" dirty="0"/>
              <a:t>Slika 1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DEAEFA18-01C2-4AFF-5469-E512BA878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728" y="36425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60132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AE62708-38EC-58A4-06B3-46002D1B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857" y="615646"/>
            <a:ext cx="6194121" cy="3851645"/>
          </a:xfrm>
        </p:spPr>
        <p:txBody>
          <a:bodyPr/>
          <a:lstStyle/>
          <a:p>
            <a:r>
              <a:rPr lang="hr-HR" dirty="0"/>
              <a:t>Slika 2</a:t>
            </a:r>
          </a:p>
        </p:txBody>
      </p:sp>
      <p:pic>
        <p:nvPicPr>
          <p:cNvPr id="4" name="Rezervirano mjesto sadržaja 3" descr="Slika na kojoj se prikazuje namještaj, zgrada, stol, tekst&#10;&#10;Sadržaj koji je generirala umjetna inteligencija možda nije točan.">
            <a:extLst>
              <a:ext uri="{FF2B5EF4-FFF2-40B4-BE49-F238E27FC236}">
                <a16:creationId xmlns:a16="http://schemas.microsoft.com/office/drawing/2014/main" id="{DA63B98B-8AEC-E67F-6D09-4FFF91BC0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852" y="36425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00151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789C9C0-2B8B-F2DC-E880-617EFDE0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95" y="365125"/>
            <a:ext cx="4346532" cy="1346439"/>
          </a:xfrm>
        </p:spPr>
        <p:txBody>
          <a:bodyPr/>
          <a:lstStyle/>
          <a:p>
            <a:r>
              <a:rPr lang="hr-HR"/>
              <a:t>Slika 3</a:t>
            </a:r>
            <a:endParaRPr lang="hr-HR" dirty="0"/>
          </a:p>
        </p:txBody>
      </p:sp>
      <p:pic>
        <p:nvPicPr>
          <p:cNvPr id="4" name="Rezervirano mjesto sadržaja 3" descr="Slika na kojoj se prikazuje vanjski, drvo, pejsaž, oblak&#10;&#10;Sadržaj koji je generirala umjetna inteligencija možda nije točan.">
            <a:extLst>
              <a:ext uri="{FF2B5EF4-FFF2-40B4-BE49-F238E27FC236}">
                <a16:creationId xmlns:a16="http://schemas.microsoft.com/office/drawing/2014/main" id="{CCA27114-3315-35FE-2AF6-F3EA604AD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3811" y="364255"/>
            <a:ext cx="5854461" cy="5864899"/>
          </a:xfrm>
        </p:spPr>
      </p:pic>
    </p:spTree>
    <p:extLst>
      <p:ext uri="{BB962C8B-B14F-4D97-AF65-F5344CB8AC3E}">
        <p14:creationId xmlns:p14="http://schemas.microsoft.com/office/powerpoint/2010/main" val="1434141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0FFB570-BA9B-7DEA-5EF0-D791A3C3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Slika 4</a:t>
            </a:r>
          </a:p>
        </p:txBody>
      </p:sp>
      <p:pic>
        <p:nvPicPr>
          <p:cNvPr id="4" name="Rezervirano mjesto sadržaja 3" descr="Slika na kojoj se prikazuje vanjski, Kopneno vozilo, vozilo, kotač&#10;&#10;Sadržaj koji je generirala umjetna inteligencija možda nije točan.">
            <a:extLst>
              <a:ext uri="{FF2B5EF4-FFF2-40B4-BE49-F238E27FC236}">
                <a16:creationId xmlns:a16="http://schemas.microsoft.com/office/drawing/2014/main" id="{37A55157-C370-511F-16A2-14F361B4E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345" y="364255"/>
            <a:ext cx="5760516" cy="5770954"/>
          </a:xfrm>
        </p:spPr>
      </p:pic>
    </p:spTree>
    <p:extLst>
      <p:ext uri="{BB962C8B-B14F-4D97-AF65-F5344CB8AC3E}">
        <p14:creationId xmlns:p14="http://schemas.microsoft.com/office/powerpoint/2010/main" val="34327297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Široki zaslon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5</vt:i4>
      </vt:variant>
    </vt:vector>
  </HeadingPairs>
  <TitlesOfParts>
    <vt:vector size="6" baseType="lpstr">
      <vt:lpstr>Tema sustava Office</vt:lpstr>
      <vt:lpstr>PowerPoint prezentacija</vt:lpstr>
      <vt:lpstr>Slika 1</vt:lpstr>
      <vt:lpstr>Slika 2</vt:lpstr>
      <vt:lpstr>Slika 3</vt:lpstr>
      <vt:lpstr>Slika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2025-04-04T13:31:53Z</dcterms:created>
  <dcterms:modified xsi:type="dcterms:W3CDTF">2025-04-04T13:35:22Z</dcterms:modified>
</cp:coreProperties>
</file>